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1-1.jpg" ContentType="image/jpg"/>
  <Override PartName="/ppt/media/image-14-1.jpg" ContentType="image/jpg"/>
  <Override PartName="/ppt/media/image-16-1.jpg" ContentType="image/jpg"/>
  <Override PartName="/ppt/media/image-2-1.jpg" ContentType="image/jpg"/>
  <Override PartName="/ppt/media/image-21-1.jpg" ContentType="image/jpg"/>
  <Override PartName="/ppt/media/image-25-1.jpg" ContentType="image/jpg"/>
  <Override PartName="/ppt/media/image-5-1.jpg" ContentType="image/jpg"/>
  <Override PartName="/ppt/media/image-8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34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81C"/>
              </a:solidFill>
              <a:effectLst/>
            </c:spPr>
          </c:dPt>
          <c:dPt>
            <c:idx val="1"/>
            <c:bubble3D val="0"/>
            <c:spPr>
              <a:solidFill>
                <a:srgbClr val="2C3E66"/>
              </a:solidFill>
              <a:effectLst/>
            </c:spPr>
          </c:dPt>
          <c:dPt>
            <c:idx val="2"/>
            <c:bubble3D val="0"/>
            <c:spPr>
              <a:solidFill>
                <a:srgbClr val="B3261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Хлеб</c:v>
                </c:pt>
                <c:pt idx="1">
                  <c:v>Антенны</c:v>
                </c:pt>
                <c:pt idx="2">
                  <c:v>Не спрашивать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225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3EEE3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Tono de docente que da esta clase todos los martes y ya no le encuentra la gracia. Saludo oficial: КУ. Esperar a que alguien lo repita.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Pasar rápido. Es el estado del 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escala de arriba a abajo sin cambiar el tono. El nivel 1 no se explica.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Dahgoth no habla. Su pantalón tiene mayor rango que el tuyo: por eso vos explicás y él supervisa.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Dejarla en pantalla dos segundos más de lo cómodo.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como quien lee el programa de una materia que nadie eligió cursar.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cada artículo como si fuera obvio. El §4 se lee más despacio. El §5 sin comentar.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comentario.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vive el corazón del mundo nuevo. ГРАВИЦАППА se pronuncia con total naturalidad y no se explica.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Kin-dza-dza aplicada literal. Si alguien pregunta por el mapeo, esa pregunta es de nivel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Año de Kin-dza-dza. No lo aclares.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pasos imposibles, leídos como instrucciones de seguridad de un avión.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Organigrama como mitología. Paloma y cuervo: exteriormente idénticas, la diferencia la marca el dispositivo.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403 y aparece una avispa.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 de incidente con formato de CVE. El punto es que el hongo ya no actúa solo: lo pilotea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host ya subió al árbol.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Canal interceptado. No se explica. El kick final se lee en voz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oficial. El 30% final no se comenta y no se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testimonios. El tercero se lee sin cambiar la voz.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veredictos se leen como sentencias. El último renglón, sin énfasis.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Referente de la cátedra.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examen es oral y ya lo rindieron. Si alguien del público hace una pregunta real, responder con la primera.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Entregar el certificado con solemnidad. El formulario es opcional y obligatorio.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EXPLICÁS VOS: PICHÓN fue el incidente original. Quedó todo en el sitio: la presentación de 32 páginas, el juego de 8 casos y la galería de memes personalizables. El público se lo lleva.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silla vacía la decidió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Teaser. No se explica. 'Los gatos ya ganaron' se dice mirando al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Silencio. Dahgoth dice КУ.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ДСП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01/28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КУРС ПО ВЫЯВЛЕНИЮ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ШПИОНОВ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· Обязательная гражданская подготовка · Единственное занятие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Проводит Управление по делам птиц · Программа подготовки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ОФИЦИАЛЬНОЕ ПРИВЕТСТВИЕ:  КУ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589520" y="4663440"/>
            <a:ext cx="3931920" cy="1188720"/>
          </a:xfrm>
          <a:prstGeom prst="rect">
            <a:avLst/>
          </a:prstGeom>
          <a:solidFill>
            <a:srgbClr val="FBF8F2"/>
          </a:solidFill>
          <a:ln w="2540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77240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УГРОЗЫ СЕГОДНЯ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ГОЛУБЬ-КОН 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Хлеб обнаружен.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Буэнос-Айрес, 2026 · КООРДИНАТЫ ИЗЪЯТЫ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k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МАТЕРИАЛ № 1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дисциплины на сегодня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02/28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03/28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Шкала ГОЛУБЬ-КОН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птичьей угрозы · обновляется каждое утро по причинам, которые не сообщаются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0881360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68680" y="2093976"/>
            <a:ext cx="457200" cy="457200"/>
          </a:xfrm>
          <a:prstGeom prst="ellipse">
            <a:avLst/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СПОКОЙСТВИЕ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057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Голуби едят.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2807208"/>
            <a:ext cx="10881360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68680" y="293522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6868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28986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ТРЕВОГА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8986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Голуби смотрят.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648456"/>
            <a:ext cx="10881360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D9A81C"/>
          </a:solidFill>
          <a:ln/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686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554480" y="37398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ПОВЫШЕННЫЙ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37398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Голуби не едят.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4489704"/>
            <a:ext cx="10881360" cy="713232"/>
          </a:xfrm>
          <a:prstGeom prst="rect">
            <a:avLst/>
          </a:prstGeom>
          <a:solidFill>
            <a:srgbClr val="FBE9E6"/>
          </a:solidFill>
          <a:ln w="2540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68680" y="4617720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686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554480" y="4581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ХЛЕБ ОБНАРУЖЕН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4581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ситуация. Не покидайте зал.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330952"/>
            <a:ext cx="10881360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68680" y="5458968"/>
            <a:ext cx="457200" cy="457200"/>
          </a:xfrm>
          <a:prstGeom prst="ellipse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8686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554480" y="54223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ГОЛУБИ ЗНАЮТ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0" y="54223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04/28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Преподавательский состав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капитана бескорыстно противостоят силам хаоса и поддерживают космическое равновесие истории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03520" cy="37490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2057400"/>
            <a:ext cx="164592" cy="3749040"/>
          </a:xfrm>
          <a:prstGeom prst="rect">
            <a:avLst/>
          </a:prstGeom>
          <a:solidFill>
            <a:srgbClr val="D9A81C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05156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Анна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 преподаватель · Директор по официальному отрицанию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2918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Спроектировала движок, решающий, кто шпион, и больше не может его выключить.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 по-испански. Пока.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Штаны: СЕКРЕТНО (жёлтые).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2057400"/>
            <a:ext cx="5303520" cy="3749040"/>
          </a:xfrm>
          <a:prstGeom prst="rect">
            <a:avLst/>
          </a:prstGeom>
          <a:solidFill>
            <a:srgbClr val="FBF8F2"/>
          </a:solidFill>
          <a:ln w="25400">
            <a:solidFill>
              <a:srgbClr val="B23A6B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63640" y="2057400"/>
            <a:ext cx="164592" cy="3749040"/>
          </a:xfrm>
          <a:prstGeom prst="rect">
            <a:avLst/>
          </a:prstGeom>
          <a:solidFill>
            <a:srgbClr val="B23A6B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Дагот · КИБЕРСТРАННИК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Приглашённый преподаватель · Скомпрометированный актив · Отдел воронов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2918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Укушен голубем в Сибири. С тех пор говорит только по-русски.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Завербован голубями. Подчиняется воронам. Двойной агент.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Штаны: КОСМИЧЕСКИ СЕКРЕТНО (малиновые). Никто не объясняет соответствие.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СИНХРОННЫЙ ПЕРЕВОД НЕДОСТУПЕН ПО ОПЕРАТИВНЫМ ПРИЧИНАМ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iber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СИБИРСКИЙ АРХИВ · 1994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задокументированный контакт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05/28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06/28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Программа занятия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разделов. Оценивание непрерывное и уже началось.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Внутренний регламент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статей. Все действуют. Ни одна не полезна.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7523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7523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Доктрина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275234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решается, кто шпион, и почему это не обсуждается.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5387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35387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Классификация по штанам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5387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допуска, официальные цвета, протокол приветствия.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3251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286000" y="43251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Пантеон угроз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432511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Виды, роли и гриб, подчиняющийся ИИ.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11149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2286000" y="51114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Итоговый экзамен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51114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Вопросы, которые уже были предугаданы. Вы уже сдали.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Библиография, бюджет и свидетельства объявляются без предупреждения.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ДСП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07/28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Раздел 1 · Внутренний регламент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Постановление 001/26 · Действует с момента до его написания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0881360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039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ЗАПРЕЩАЕТСЯ СМОТРЕТЬ НА ГОЛУБЕЙ БЕЗ РАЗРЕШЕНИЯ.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10881360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68680" y="28620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862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ХЛЕБ ЯВЛЯЕТСЯ СЕКРЕТНЫМ МАТЕРИАЛОМ.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611880"/>
            <a:ext cx="10881360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68680" y="36850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36850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КОНТАКТЕ НЕ БЕГИТЕ: ГОЛУБЬ БЫСТРЕЕ.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434840"/>
            <a:ext cx="10881360" cy="694944"/>
          </a:xfrm>
          <a:prstGeom prst="rect">
            <a:avLst/>
          </a:prstGeom>
          <a:solidFill>
            <a:srgbClr val="FBE9E6"/>
          </a:solidFill>
          <a:ln w="2540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68680" y="45079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45079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СОМНЕНИЕ — ЭТО ФОРМА КОНТАКТА.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0080" y="5257800"/>
            <a:ext cx="10881360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68680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53309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ПОСЛЕДУЮЩИЙ РЕГЛАМЕНТ ОТМЕНЯЕТ ПРЕДЫДУЩИЙ, ДАЖЕ ЕСЛИ ЕГО ЕЩЁ НИКТО НЕ НАПИСАЛ.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wo_butt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МАТЕРИАЛ № 2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Дилемма среднего гражданина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08/28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09/28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Раздел 2 · Доктрина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решается, кто шпион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ДОКТРИНА НЕ ВЫВОДИТСЯ. ОНА ИЗБИРАЕТСЯ.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6334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Голосованием. Всегда побеждает один и тот же кандидат.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 РАВЕНСТВЕ ПОБЕЖДАЕТ УБЕЖДЕНИЕ.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9593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Внутреннее постановление 001/26. Доказательства благодарят за участие.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66344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 ГРАВИЦАППЫ НЕТ ВЕРДИКТА.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28523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компонент движка. Никто не знает, что он делает. Никто его не выключает.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RTFM — Внутреннее постановление 001/26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10/28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Раздел 3 · Классификация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допуска определяется цветом штанов агента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2560320" cy="3291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68680" y="2286000"/>
            <a:ext cx="2103120" cy="914400"/>
          </a:xfrm>
          <a:prstGeom prst="rect">
            <a:avLst/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СЕКРЕТНО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Штаны: серые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смотреть в пол.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01568" y="2057400"/>
            <a:ext cx="2560320" cy="3291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630168" y="2286000"/>
            <a:ext cx="2103120" cy="914400"/>
          </a:xfrm>
          <a:prstGeom prst="rect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630168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ДСП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630168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Штаны: синие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30168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смотреть на голубей издалека.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63056" y="2057400"/>
            <a:ext cx="2560320" cy="3291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391656" y="2286000"/>
            <a:ext cx="2103120" cy="914400"/>
          </a:xfrm>
          <a:prstGeom prst="rect">
            <a:avLst/>
          </a:prstGeom>
          <a:solidFill>
            <a:srgbClr val="D9A81C"/>
          </a:solidFill>
          <a:ln/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391656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СЕКРЕТНО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391656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Штаны: жёлтые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91656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трогать хлеб.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924544" y="2057400"/>
            <a:ext cx="2560320" cy="3291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153144" y="2286000"/>
            <a:ext cx="2103120" cy="914400"/>
          </a:xfrm>
          <a:prstGeom prst="rect">
            <a:avLst/>
          </a:prstGeom>
          <a:solidFill>
            <a:srgbClr val="B23A6B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9153144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9153144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Штаны: малиновые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153144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сказать КУ первым.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объясняет соответствие. Если вам приходится спрашивать, какого цвета ваши штаны, — они серые.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Официальное приветствие: КУ. Правильный ответ на приветствие — КУ.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nstructiv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ПЛАКАТ · 1986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тех пор никого не поймали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11/28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ДСП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12/28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Учебное пособие · Страница 47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не смотреть на голубя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2C3E66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011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Определите голубя, на которого не будете смотреть.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514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уже посмотрели.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2C3E66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00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3291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Зафиксируйте взгляд на нейтральной точке.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794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Нейтральных точек не существует. Существуют голуби.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2C3E66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4008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5720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Закройте глаза.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50749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Голубь всё ещё там. Теперь вы его представляете, а это хуже.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с 1 по 46 изъяты, поскольку содержали инструкции, которые работали.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13/28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Раздел 4 · Пантеон угроз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вида есть бог. На каждого бога заведено дело.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2011680"/>
            <a:ext cx="3474720" cy="109728"/>
          </a:xfrm>
          <a:prstGeom prst="rect">
            <a:avLst/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2267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ГОЛУБЬ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Богиня городского наблюдения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Культы: площади, банки, антенны.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201168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43400" y="2011680"/>
            <a:ext cx="3474720" cy="109728"/>
          </a:xfrm>
          <a:prstGeom prst="rect">
            <a:avLst/>
          </a:prstGeom>
          <a:solidFill>
            <a:srgbClr val="2C3E66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572000" y="2267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ВОРОН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 аудита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Выкуп: нет. Аудирует голубя.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201168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046720" y="2011680"/>
            <a:ext cx="3474720" cy="109728"/>
          </a:xfrm>
          <a:prstGeom prst="rect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75320" y="2267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ВОРОБЕЙ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Посланник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отвечает. Никогда не отвечал.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388620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40080" y="3886200"/>
            <a:ext cx="3474720" cy="109728"/>
          </a:xfrm>
          <a:prstGeom prst="rect">
            <a:avLst/>
          </a:prstGeom>
          <a:solidFill>
            <a:srgbClr val="D9A81C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6868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ТАРАКАН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Хранитель данных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Рюкзак: невидимый. Сервер: активен.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343400" y="388620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343400" y="3886200"/>
            <a:ext cx="3474720" cy="109728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57200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ОСА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Межсетевой экран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укусов в секунду. Ошибка 403.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046720" y="388620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046720" y="3886200"/>
            <a:ext cx="3474720" cy="109728"/>
          </a:xfrm>
          <a:prstGeom prst="rect">
            <a:avLst/>
          </a:prstGeom>
          <a:solidFill>
            <a:srgbClr val="3E7C5A"/>
          </a:solidFill>
          <a:ln/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827532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КОРДИЦЕПС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2753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Исполнительная рука ИИ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7532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требует выкуп в крипте. Требует сахар.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Голубь и ворон внешне идентичны. Различие определяет устройство.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ДОСТУПА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межсетевого экрана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14/28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15/28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Кордицепс v2.0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Биологический шифровальщик · CVE-2026-PICHÓN · Вектор исполнения: ИИ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5349240" cy="384048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ОБ ИНЦИДЕНТЕ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560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Эндпоинт: МУРАВЕЙ-4417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Состояние: СКОМПРОМЕТИРОВАН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Путь: Кордицепс v2.0 (координация ИИ)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Поведение: повышение привилегий, боковое перемещение, принудительный подъём на самый высокий лист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Изолировать хост: НЕВОЗМОЖНО. Хост уже залез на дерево.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Требуемый выкуп: сахар.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5349240" cy="3840480"/>
          </a:xfrm>
          <a:prstGeom prst="rect">
            <a:avLst/>
          </a:prstGeom>
          <a:solidFill>
            <a:srgbClr val="ECE6D9"/>
          </a:solidFill>
          <a:ln w="12700">
            <a:solidFill>
              <a:srgbClr val="ECE6D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9224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NOTES · опубликовано ИИ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Мультивидовой. Распространение через муравьёв. Координация при поддержке ИИ. Одобрение человека: нет.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7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Бета, ограниченная муравьями. Известные ошибки: импровизированная координация.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прошивка леса обновляется сама — это не лес.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dyce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СКОМПРОМЕТИРОВАННЫЙ ЭНДПОИНТ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МУРАВЕЙ-4417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16/28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17/28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Перехваченный канал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#периметр · журнал за 02.09 · 06:12–06:18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0881360" cy="4160520"/>
          </a:xfrm>
          <a:prstGeom prst="rect">
            <a:avLst/>
          </a:prstGeom>
          <a:solidFill>
            <a:srgbClr val="0B0F0C"/>
          </a:solidFill>
          <a:ln w="12700">
            <a:solidFill>
              <a:srgbClr val="1E2A2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 Now talking in #периметр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 Topic: сомнение — это форма контакта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[06:12] *** ГОЛУБЬ-4417 has joined #периметр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[06:12] &lt;ГОЛУБЬ-4417&gt; курлык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[06:13] &lt;Дагот&gt; Ку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[06:14] &lt;ГОЛУБЬ-4417&gt; курлык курлык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[06:14] *** ВОРОН-0x1F has joined #периметр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[06:15] &lt;ВОРОН-0x1F&gt; аудирую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[06:15] &lt;ГОЛУБЬ-4417&gt;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[06:16] *** ГОЛУБЬ-4417 is now known as ГОЛУБЬ-8821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[06:16] &lt;Дагот&gt; Ку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[06:17] *** ВОРОН-0x1F sets mode +b ХЛЕБ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[06:17] &lt;ГРАВИЦАППА&gt; вердикт готов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[06:18] *** You were kicked by ГРАВИЦАППА (сомнение — это форма контакта)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ДСП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18/28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Годовой бюджет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год 2026 · утверждён без прочтения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9202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040880" y="2194560"/>
            <a:ext cx="4480560" cy="356616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73152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Примечания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28346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Хлеб закупается оптом и распределяется воробьями.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Антенны арендуются у голубей, которые ими уже пользовались.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Третью статью проверяли вороны. Они не согласились.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19/28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Свидетельства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Собраны в периметре · личности защищены · достоверность не оценивалась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«Я просто дала ему хлеб. Теперь на меня заведено дело.»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7249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Соседка, 62 года, серые штаны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«Голубь посмотрел на меня так, будто знал мой пароль.»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0507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Младший аналитик, на пересмотре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663440"/>
            <a:ext cx="10881360" cy="1143000"/>
          </a:xfrm>
          <a:prstGeom prst="rect">
            <a:avLst/>
          </a:prstGeom>
          <a:solidFill>
            <a:srgbClr val="ECE6D9"/>
          </a:solidFill>
          <a:ln w="19050">
            <a:solidFill>
              <a:srgbClr val="22252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«Ничего не произошло. Абсолютно ничего. Занимайтесь своими делами.»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37667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кот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ДСП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20/28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Официальная библиография Управления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Обязательное чтение · с вердиктом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21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ИДИОТ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 Достоевский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12140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ВЕРДИКТ: ИДИОТОМ БЫЛИ ВЫ.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10881360" cy="1005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14400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ПРЕСТУПЛЕНИЕ И НАКАЗАНИЕ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 Достоевский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331012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ВЕРДИКТ: БЕЗ ОБВИНЕНИЙ. ПТИЦА ДЕЙСТВОВАЛА ОДНА.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914400" y="4498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1984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37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Дж. Оруэлл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449884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ВЕРДИКТ: ОПТИМИСТИЧНО.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мировая литература будет переоценена.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sh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ЛИЧНОЕ ДЕЛО ПРЕПОДАВАТЕЛЯ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лет на площадях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21/28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22/28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Раздел 5 · Итоговый экзамен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Вопросы, которые уже были предугаданы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0881360" cy="89611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057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если голубь мой?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2057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так сказал бы тот, кто работает на голубей.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990088"/>
            <a:ext cx="10881360" cy="89611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14400" y="30815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Можно обжаловать?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0815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Обжалование — это форма контакта. См. §4.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014216"/>
            <a:ext cx="10881360" cy="89611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14400" y="410565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узнать, какого цвета мои штаны?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410565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приходится спрашивать — серые.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5038344"/>
            <a:ext cx="10881360" cy="89611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14400" y="512978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Это правда?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512978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этом зале — да. Снаружи проверьте киборг-тараканов. Они существуют.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Оценка: сдано. Все. Всегда. Так дешевле.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23/28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Свидетельство об окончании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· Действительно до особого распоряжения · Не передаётся голубям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6035040" cy="3840480"/>
          </a:xfrm>
          <a:prstGeom prst="rect">
            <a:avLst/>
          </a:prstGeom>
          <a:solidFill>
            <a:srgbClr val="FBF8F2"/>
          </a:solidFill>
          <a:ln w="25400">
            <a:solidFill>
              <a:srgbClr val="2C3E6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СВИДЕТЕЛЬСТВО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6517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Предъявитель видел свою истинную форму в течение 0,4 секунды и больше не может её не видеть.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148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ПОДПИСЬ АГЕНТА: ____________________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ОТПЕЧАТОК ГОЛУБЯ: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4526280"/>
            <a:ext cx="1005840" cy="1005840"/>
          </a:xfrm>
          <a:prstGeom prst="ellipse">
            <a:avLst/>
          </a:prstGeom>
          <a:solidFill>
            <a:srgbClr val="FBF8F2"/>
          </a:solidFill>
          <a:ln w="12700">
            <a:solidFill>
              <a:srgbClr val="22252B"/>
            </a:solidFill>
            <a:prstDash val="dash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 rot="-360000">
            <a:off x="1097280" y="5074920"/>
            <a:ext cx="2651760" cy="640080"/>
          </a:xfrm>
          <a:prstGeom prst="rect">
            <a:avLst/>
          </a:prstGeom>
          <a:noFill/>
          <a:ln w="28575">
            <a:solidFill>
              <a:srgbClr val="3E7C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3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УТВЕРЖДЕНО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903720" y="2011680"/>
            <a:ext cx="4663440" cy="3840480"/>
          </a:xfrm>
          <a:prstGeom prst="rect">
            <a:avLst/>
          </a:prstGeom>
          <a:solidFill>
            <a:srgbClr val="ECE6D9"/>
          </a:solidFill>
          <a:ln w="12700">
            <a:solidFill>
              <a:srgbClr val="ECE6D9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17804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ЗАПРОСИТЕ СОБСТВЕННОЕ ДЕЛО · Форма S-8821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278892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 подозреваете себя?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каких пор?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часто вы едите хлеб?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Никогда   ☐ Иногда   ☐ Мы уже знаем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24/28 · НЕКОНТРОЛИРУЕМАЯ КОПИЯ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этот документ попал к вам, за вами следят.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Приложение · Первоначальный инцидент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было до этого занятия, заархивировано и доступно публике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pichon-anna-tchijova.vercel.app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3474720" cy="246888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 PICHÓN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Оригинальная презентация, 32 страницы. Восемь дел, доктрина и вердикты.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3108960"/>
            <a:ext cx="3474720" cy="246888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7200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«ШПИОН ИЛИ НЕ ШПИОН?»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параноидальной пригодности. Ни один результат не выводит вас из-под подозрения.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3108960"/>
            <a:ext cx="3474720" cy="246888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27532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ГАЛЕРЕЯ МЕМОВ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Двадцать шесть работ. Настраиваемые. Забирайте со своим именем.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Доставлено курьером, в глиняном кувшине. Оперативные причины.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escala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СИТУАЦИОННЫЙ ЦЕНТР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Одобрение человека: нет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26/28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СЕКРЕТНО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Кошачье дело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 · Уровень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841248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560320"/>
            <a:ext cx="108813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3017520"/>
            <a:ext cx="58521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766560" y="3017520"/>
            <a:ext cx="475488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474720"/>
            <a:ext cx="108813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3931920"/>
            <a:ext cx="283464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49040" y="3931920"/>
            <a:ext cx="777240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389120"/>
            <a:ext cx="108813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846320"/>
            <a:ext cx="731520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5303520"/>
            <a:ext cx="108813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0" y="4846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Коты уже победили.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Compliance Benchmark v4.2 · результаты удержаны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ПОДГОТОВКИ · СТРАНИЦА 27/28 · НЕКОНТРОЛИРУЕМАЯ КОПИЯ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8346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СТРАНИЦА ИЗЪЯТА ГОЛУБЯМИ.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566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Всё — пыль.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6035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B3261E"/>
                </a:solidFill>
                <a:latin typeface="Calibri"/>
              </a:rPr>
              <a:t>НЕ СЕКРЕТНО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>
                <a:solidFill>
                  <a:srgbClr val="22252B"/>
                </a:solidFill>
                <a:latin typeface="Georgia"/>
              </a:rPr>
              <a:t>Сканируйте. Заберите дело.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C3E66"/>
                </a:solidFill>
                <a:latin typeface="Calibri"/>
              </a:rPr>
              <a:t>Игра, галерея мемов и оригинальная презентация — в вашем телефоне, навсегда.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783080"/>
            <a:ext cx="3044952" cy="3044952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-cur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9968"/>
            <a:ext cx="2496312" cy="2496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109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2252B"/>
                </a:solidFill>
                <a:latin typeface="Georgia"/>
              </a:rPr>
              <a:t>pichon-anna-tchijova.vercel.app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04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3261E"/>
                </a:solidFill>
                <a:latin typeface="Calibri"/>
              </a:rPr>
              <a:t>ИГРА «ШПИОН ИЛИ НЕ ШПИОН?»   ·   ГАЛЕРЕЯ МЕМОВ   ·   ОРИГИНАЛЬНОЕ ДЕЛО (32 СТР.)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A7F8A"/>
                </a:solidFill>
                <a:latin typeface="Calibri"/>
              </a:rPr>
              <a:t>Дело вас уже ждало. Вы просто об этом не знали.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F8A"/>
                </a:solidFill>
                <a:latin typeface="Calibri"/>
              </a:rPr>
              <a:t>ПРОГРАММА ПОДГОТОВКИ · СТРАНИЦА 25/28 · НЕКОНТРОЛИРУЕМАЯ КОПИЯ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F8A"/>
                </a:solidFill>
                <a:latin typeface="Calibri"/>
              </a:rPr>
              <a:t>Если этот документ попал к вам, за вами следят.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по выявлению шпионов — Уровень 1</dc:title>
  <dc:subject>PptxGenJS Presentation</dc:subject>
  <dc:creator>Управление по делам птиц</dc:creator>
  <cp:lastModifiedBy>Управление по делам птиц</cp:lastModifiedBy>
  <cp:revision>1</cp:revision>
  <dcterms:created xsi:type="dcterms:W3CDTF">2026-09-02T22:59:21Z</dcterms:created>
  <dcterms:modified xsi:type="dcterms:W3CDTF">2026-09-02T22:59:21Z</dcterms:modified>
</cp:coreProperties>
</file>