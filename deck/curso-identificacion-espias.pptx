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1-1.jpg" ContentType="image/jpg"/>
  <Override PartName="/ppt/media/image-14-1.jpg" ContentType="image/jpg"/>
  <Override PartName="/ppt/media/image-16-1.jpg" ContentType="image/jpg"/>
  <Override PartName="/ppt/media/image-2-1.jpg" ContentType="image/jpg"/>
  <Override PartName="/ppt/media/image-21-1.jpg" ContentType="image/jpg"/>
  <Override PartName="/ppt/media/image-25-1.jpg" ContentType="image/jpg"/>
  <Override PartName="/ppt/media/image-5-1.jpg" ContentType="image/jpg"/>
  <Override PartName="/ppt/media/image-8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3" r:id="rId34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Presupuesto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A81C"/>
              </a:solidFill>
              <a:effectLst/>
            </c:spPr>
          </c:dPt>
          <c:dPt>
            <c:idx val="1"/>
            <c:bubble3D val="0"/>
            <c:spPr>
              <a:solidFill>
                <a:srgbClr val="2C3E66"/>
              </a:solidFill>
              <a:effectLst/>
            </c:spPr>
          </c:dPt>
          <c:dPt>
            <c:idx val="2"/>
            <c:bubble3D val="0"/>
            <c:spPr>
              <a:solidFill>
                <a:srgbClr val="B3261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Pan</c:v>
                </c:pt>
                <c:pt idx="1">
                  <c:v>Antenas</c:v>
                </c:pt>
                <c:pt idx="2">
                  <c:v>No preguntar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225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3EEE3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Tono de docente que da esta clase todos los martes y ya no le encuentra la gracia. Saludo oficial: КУ. Esperar a que alguien lo repita.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Pasar rápido. Es el estado del 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escala de arriba a abajo sin cambiar el tono. El nivel 1 no se explica.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Dahgoth no habla. Su pantalón tiene mayor rango que el tuyo: por eso vos explicás y él supervisa.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Dejarla en pantalla dos segundos más de lo cómodo.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como quien lee el programa de una materia que nadie eligió cursar.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cada artículo como si fuera obvio. El §4 se lee más despacio. El §5 sin comentar.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comentario.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Acá vive el corazón del mundo nuevo. ГРАВИЦАППА se pronuncia con total naturalidad y no se explica.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Kin-dza-dza aplicada literal. Si alguien pregunta por el mapeo, esa pregunta es de nivel gris.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Año de Kin-dza-dza. No lo aclares.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pasos imposibles, leídos como instrucciones de seguridad de un avión.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Organigrama como mitología. Paloma y cuervo: exteriormente idénticas, la diferencia la marca el dispositivo.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403 y aparece una avispa.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 de incidente con formato de CVE. El punto es que el hongo ya no actúa solo: lo pilotea 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host ya subió al árbol.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Canal interceptado. No se explica. El kick final se lee en voz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oficial. El 30% final no se comenta y no se pregunta.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testimonios. El tercero se lee sin cambiar la voz.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veredictos se leen como sentencias. El último renglón, sin énfasis.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Referente de la cátedra.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examen es oral y ya lo rindieron. Si alguien del público hace una pregunta real, responder con la primera.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Entregar el certificado con solemnidad. El formulario es opcional y obligatorio.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ACÁ EXPLICÁS VOS: PICHÓN fue el incidente original. Quedó todo en el sitio: la presentación de 32 páginas, el juego de 8 casos y la galería de memes personalizables. El público se lo lleva.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silla vacía la decidió 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Teaser. No se explica. 'Los gatos ya ganaron' se dice mirando al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Silencio. Dahgoth dice КУ.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RESTRINGIDO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01/28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 DE IDENTIFICACIÓN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ESPÍAS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· Formación civil obligatoria · Clase única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Dictado por la Dirección de Aves · Programa de Formación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 OFICIAL:  КУ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589520" y="4663440"/>
            <a:ext cx="3931920" cy="1188720"/>
          </a:xfrm>
          <a:prstGeom prst="rect">
            <a:avLst/>
          </a:prstGeom>
          <a:solidFill>
            <a:srgbClr val="FBF8F2"/>
          </a:solidFill>
          <a:ln w="25400">
            <a:solidFill>
              <a:srgbClr val="B3261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772400" y="4754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AMENAZA HOY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5029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PALOMA-CON 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 ha sido localizado.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Buenos Aires, 2026 · COORDENADAS SUPRIMIDAS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rk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DIDÁCTICO Nº 1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 de la disciplina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02/28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03/28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 PALOMA-CON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amenaza aviar · actualizado cada mañana por motivos que no se informan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10881360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68680" y="2093976"/>
            <a:ext cx="457200" cy="457200"/>
          </a:xfrm>
          <a:prstGeom prst="ellipse">
            <a:avLst/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6868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057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057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palomas comen.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2807208"/>
            <a:ext cx="10881360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68680" y="2935224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6868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28986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ALERTA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28986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palomas miran.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3648456"/>
            <a:ext cx="10881360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68680" y="3776472"/>
            <a:ext cx="457200" cy="457200"/>
          </a:xfrm>
          <a:prstGeom prst="ellipse">
            <a:avLst/>
          </a:prstGeom>
          <a:solidFill>
            <a:srgbClr val="D9A81C"/>
          </a:solidFill>
          <a:ln/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686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554480" y="373989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ELEVADO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37398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palomas no comen.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4489704"/>
            <a:ext cx="10881360" cy="713232"/>
          </a:xfrm>
          <a:prstGeom prst="rect">
            <a:avLst/>
          </a:prstGeom>
          <a:solidFill>
            <a:srgbClr val="FBE9E6"/>
          </a:solidFill>
          <a:ln w="25400">
            <a:solidFill>
              <a:srgbClr val="B3261E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868680" y="4617720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8686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554480" y="45811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PAN HA SIDO LOCALIZADO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0" y="45811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actual. No se retire de la sala.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5330952"/>
            <a:ext cx="10881360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68680" y="5458968"/>
            <a:ext cx="457200" cy="457200"/>
          </a:xfrm>
          <a:prstGeom prst="ellipse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86868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554480" y="54223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PALOMAS SABEN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6583680" y="54223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CÓSMICO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04/28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Cuerpo docente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capitanes se oponen desinteresadamente a las fuerzas del caos y mantienen el equilibrio cósmico de la historia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5303520" cy="37490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0080" y="2057400"/>
            <a:ext cx="164592" cy="3749040"/>
          </a:xfrm>
          <a:prstGeom prst="rect">
            <a:avLst/>
          </a:prstGeom>
          <a:solidFill>
            <a:srgbClr val="D9A81C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05156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Anna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Instructora titular · Directora de Negación Oficial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32918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Diseñó el motor que decide quién es espía y ya no puede apagarlo.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español. Todavía.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Pantalón: CONFIDENCIAL (amarillo).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2057400"/>
            <a:ext cx="5303520" cy="3749040"/>
          </a:xfrm>
          <a:prstGeom prst="rect">
            <a:avLst/>
          </a:prstGeom>
          <a:solidFill>
            <a:srgbClr val="FBF8F2"/>
          </a:solidFill>
          <a:ln w="25400">
            <a:solidFill>
              <a:srgbClr val="B23A6B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63640" y="2057400"/>
            <a:ext cx="164592" cy="3749040"/>
          </a:xfrm>
          <a:prstGeom prst="rect">
            <a:avLst/>
          </a:prstGeom>
          <a:solidFill>
            <a:srgbClr val="B23A6B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Dahgoth · КИБЕРСТРАННИК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invitado · Activo comprometido · División Cuervos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32918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Mordido por una paloma en Siberia. Desde entonces solo habla ruso.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Reclutado por las palomas. Responde a los cuervos. Doble agente.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Pantalón: CÓSMICO (frambuesa). Nadie explica el mapeo.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SIMULTÁNEA NO DISPONIBLE POR MOTIVOS OPERATIVOS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iberi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SIBERIANO · 1994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contacto documentado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05/28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CLASIFICADO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06/28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 de la clase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unidades. La evaluación es continua y ya empezó.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Reglamento interno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965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artículos. Todos vigentes. Ninguno útil.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7523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275234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doctrina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275234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decide quién es espía y por qué no se puede discutir.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5387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35387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Clasificación por pantalón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5387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acceso, colores oficiales, protocolo de saludo.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3251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2286000" y="43251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Panteón de amenazas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432511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Especies, roles, y el hongo que responde a la IA.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11149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2286000" y="51114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Examen final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51114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que ya fueron anticipadas. Usted ya rindió.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Bibliografía, presupuesto y testimonios se dictan sin previo aviso.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RESTRINGIDO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07/28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 1 · Reglamento interno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001/26 · Vigente desde antes de ser redactada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10881360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" y="20391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039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PROHIBIDO MIRAR A LAS PALOMAS SIN AUTORIZACIÓN.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10881360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68680" y="28620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2862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 ES MATERIAL CLASIFICADO.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3611880"/>
            <a:ext cx="10881360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68680" y="36850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36850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DE CONTACTO, NO CORRA: LA PALOMA ES MÁS RÁPIDA.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4434840"/>
            <a:ext cx="10881360" cy="694944"/>
          </a:xfrm>
          <a:prstGeom prst="rect">
            <a:avLst/>
          </a:prstGeom>
          <a:solidFill>
            <a:srgbClr val="FBE9E6"/>
          </a:solidFill>
          <a:ln w="25400">
            <a:solidFill>
              <a:srgbClr val="B3261E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868680" y="45079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45079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DUDA ES UNA FORMA DE CONTACTO.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40080" y="5257800"/>
            <a:ext cx="10881360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68680" y="53309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§5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53309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REGLAMENTO POSTERIOR DEROGA AL ANTERIOR, INCLUSO SI NADIE LO REDACTÓ TODAVÍA.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wo_butt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DIDÁCTICO Nº 2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Dilema del civil promedio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08/28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CÓSMICO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09/28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 2 · La doctrina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decide quién es espía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88136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DOCTRINA NO SE DERIVA. SE ELIGE.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63347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votación. Siempre gana el mismo candidato.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337560"/>
            <a:ext cx="1088136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EMPATES: PREVALECE LA CREENCIA.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95935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interna 001/26. La evidencia agradece su participación.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4663440"/>
            <a:ext cx="1088136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ГРАВИЦАППА NO HAY VEREDICTO.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528523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central del motor. Nadie sabe qué hace. Nadie lo apaga.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RTFM — Resolución interna 001/26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CÓSMICO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10/28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 3 · Clasificación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de acceso se determina por el color del pantalón del agente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2560320" cy="3291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68680" y="2286000"/>
            <a:ext cx="2103120" cy="914400"/>
          </a:xfrm>
          <a:prstGeom prst="rect">
            <a:avLst/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6868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CLASIFICADO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Pantalón gris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mirar el suelo.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401568" y="2057400"/>
            <a:ext cx="2560320" cy="3291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630168" y="2286000"/>
            <a:ext cx="2103120" cy="914400"/>
          </a:xfrm>
          <a:prstGeom prst="rect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3630168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RESTRINGIDO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630168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Pantalón azul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630168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mirar palomas de lejos.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63056" y="2057400"/>
            <a:ext cx="2560320" cy="3291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391656" y="2286000"/>
            <a:ext cx="2103120" cy="914400"/>
          </a:xfrm>
          <a:prstGeom prst="rect">
            <a:avLst/>
          </a:prstGeom>
          <a:solidFill>
            <a:srgbClr val="D9A81C"/>
          </a:solidFill>
          <a:ln/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391656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391656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Pantalón amarillo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391656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tocar el pan.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924544" y="2057400"/>
            <a:ext cx="2560320" cy="3291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9153144" y="2286000"/>
            <a:ext cx="2103120" cy="914400"/>
          </a:xfrm>
          <a:prstGeom prst="rect">
            <a:avLst/>
          </a:prstGeom>
          <a:solidFill>
            <a:srgbClr val="B23A6B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9153144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CÓSMICO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9153144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Pantalón frambuesa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153144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decir КУ primero.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5623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explica el mapeo. Si tiene que preguntar de qué color es su pantalón, es gris.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 oficial: КУ. La respuesta correcta al saludo es КУ.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nstructiv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AFICHE OFICIAL · 1986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ha capturado nada desde entonces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11/28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RESTRINGIDO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12/28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de entrenamiento · Página 47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no mirar a una paloma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2C3E66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011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Identifique la paloma que no va a mirar.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514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la miró.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383280"/>
            <a:ext cx="640080" cy="640080"/>
          </a:xfrm>
          <a:prstGeom prst="ellipse">
            <a:avLst/>
          </a:prstGeom>
          <a:solidFill>
            <a:srgbClr val="2C3E66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00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3291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Fije la vista en un punto neutral.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794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puntos neutrales. Existen palomas.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663440"/>
            <a:ext cx="640080" cy="640080"/>
          </a:xfrm>
          <a:prstGeom prst="ellipse">
            <a:avLst/>
          </a:prstGeom>
          <a:solidFill>
            <a:srgbClr val="2C3E66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4008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45720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los ojos.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50749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paloma sigue ahí. Ahora la está imaginando, que es peor.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páginas 1 a 46 fueron retiradas por contener instrucciones que funcionaban.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CÓSMICO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13/28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 4 · Panteón de amenazas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especie tiene un dios. Todo dios tiene un expediente.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3474720" cy="16916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0080" y="2011680"/>
            <a:ext cx="3474720" cy="109728"/>
          </a:xfrm>
          <a:prstGeom prst="rect">
            <a:avLst/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68680" y="22677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PALOMA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Diosa de la vigilancia urbana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999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Cultos: plazas, bancos, antenas.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2011680"/>
            <a:ext cx="3474720" cy="16916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343400" y="2011680"/>
            <a:ext cx="3474720" cy="109728"/>
          </a:xfrm>
          <a:prstGeom prst="rect">
            <a:avLst/>
          </a:prstGeom>
          <a:solidFill>
            <a:srgbClr val="2C3E66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572000" y="22677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CUERVO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de la auditoría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2999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Rescate: ninguno. Audita a la paloma.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6720" y="2011680"/>
            <a:ext cx="3474720" cy="16916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046720" y="2011680"/>
            <a:ext cx="3474720" cy="109728"/>
          </a:xfrm>
          <a:prstGeom prst="rect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75320" y="22677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GORRIÓN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Mensajero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2999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responde. Nunca respondió.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3886200"/>
            <a:ext cx="3474720" cy="16916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40080" y="3886200"/>
            <a:ext cx="3474720" cy="109728"/>
          </a:xfrm>
          <a:prstGeom prst="rect">
            <a:avLst/>
          </a:prstGeom>
          <a:solidFill>
            <a:srgbClr val="D9A81C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868680" y="4142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CUCARACHA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Guardiana de los datos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" y="4873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Mochila: invisible. Servidor: activo.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343400" y="3886200"/>
            <a:ext cx="3474720" cy="16916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4343400" y="3886200"/>
            <a:ext cx="3474720" cy="109728"/>
          </a:xfrm>
          <a:prstGeom prst="rect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572000" y="4142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AVISPA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0" y="4873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picaduras por segundo. Error 403.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046720" y="3886200"/>
            <a:ext cx="3474720" cy="16916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8046720" y="3886200"/>
            <a:ext cx="3474720" cy="109728"/>
          </a:xfrm>
          <a:prstGeom prst="rect">
            <a:avLst/>
          </a:prstGeom>
          <a:solidFill>
            <a:srgbClr val="3E7C5A"/>
          </a:solidFill>
          <a:ln/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8275320" y="4142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CORDYCEPS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827532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Brazo ejecutor de la IA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75320" y="4873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pide rescate en cripto. Pide azúcar.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Paloma y cuervo son exteriormente idénticas. La diferencia la marca el dispositivo.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cortafuegos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14/28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CÓSMICO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15/28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Cordyceps v2.0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biológico · CVE-2026-PICHÓN · Vector de ejecución: IA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5349240" cy="384048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INCIDENTE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5603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Endpoint: HORMIGA-4417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Estado: COMPROMETIDO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Vía: Cordyceps v2.0 (coordinación IA)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Comportamiento: escalada de privilegios, movimiento lateral, ascenso forzado a la hoja más alta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Aislar host: IMPOSIBLE. El host ya subió al árbol.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Rescate exigido: azúcar.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2011680"/>
            <a:ext cx="5349240" cy="3840480"/>
          </a:xfrm>
          <a:prstGeom prst="rect">
            <a:avLst/>
          </a:prstGeom>
          <a:solidFill>
            <a:srgbClr val="ECE6D9"/>
          </a:solidFill>
          <a:ln w="12700">
            <a:solidFill>
              <a:srgbClr val="ECE6D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9224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NOTES · publicadas por la IA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Multi-especie. Propagación por hormiga. Coordinación asistida por IA. Aprobación humana: no.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7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4434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limitada a hormigas. Errores conocidos: coordinación improvisada.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firmware del bosque se actualiza solo, no es el bosque.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rdycep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COMPROMETIDO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HORMIGA-4417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16/28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17/28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 interceptado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#perimetro · registro del 02/09 · 06:12–06:18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10881360" cy="4160520"/>
          </a:xfrm>
          <a:prstGeom prst="rect">
            <a:avLst/>
          </a:prstGeom>
          <a:solidFill>
            <a:srgbClr val="0B0F0C"/>
          </a:solidFill>
          <a:ln w="12700">
            <a:solidFill>
              <a:srgbClr val="1E2A2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 Now talking in #perimetro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8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 Topic: la duda es una forma de contacto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[06:12] *** PALOMA-4417 has joined #perimetro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[06:12] &lt;PALOMA-4417&gt; coo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[06:13] &lt;Dahgoth&gt; Ку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[06:14] &lt;PALOMA-4417&gt; coo coo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[06:14] *** CUERVO-0x1F has joined #perimetro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[06:15] &lt;CUERVO-0x1F&gt; auditando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[06:15] &lt;PALOMA-4417&gt;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[06:16] *** PALOMA-4417 is now known as PALOMA-8821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[06:16] &lt;Dahgoth&gt; Ку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[06:17] *** CUERVO-0x1F sets mode +b PAN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[06:17] &lt;GRAVITSAPPA&gt; veredicto listo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[06:18] *** You were kicked by GRAVITSAPPA (la duda es una forma de contacto)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RESTRINGIDO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18/28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Presupuesto anual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2026 · aprobado sin lectura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192024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040880" y="2194560"/>
            <a:ext cx="4480560" cy="356616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731520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Notas al pie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0" y="28346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 se compra al por mayor y se distribuye por gorrión.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antenas se alquilan a las palomas, que ya las usaban.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tercera partida fue auditada por los cuervos. Discreparon.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CLASIFICADO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19/28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Testimonios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Recogidos en el perímetro · identidades protegidas · veracidad no evaluada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88136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«Yo solo le di pan. Ahora tengo un expediente.»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7249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Vecina, 62 años, pantalón gris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337560"/>
            <a:ext cx="1088136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«La paloma me miró como si supiera mi contraseña.»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0507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Analista junior, en revisión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663440"/>
            <a:ext cx="10881360" cy="1143000"/>
          </a:xfrm>
          <a:prstGeom prst="rect">
            <a:avLst/>
          </a:prstGeom>
          <a:solidFill>
            <a:srgbClr val="ECE6D9"/>
          </a:solidFill>
          <a:ln w="19050">
            <a:solidFill>
              <a:srgbClr val="22252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«No pasó nada. Absolutamente nada. Sigan con lo suyo.»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537667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 gato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RESTRINGIDO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20/28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Bibliografía oficial de la Dirección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obligatorias · con veredicto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214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IDIOTA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Dostoievski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12140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VEREDICTO: EL IDIOTA ERA USTED.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10881360" cy="1005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914400" y="3310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CRIMEN Y CASTIGO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Dostoievski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331012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VEREDICTO: SIN CARGOS. EL AVE ACTUÓ SOLA.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10881360" cy="100584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914400" y="4498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1984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937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Orwell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449884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VEREDICTO: OPTIMISTA.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literatura universal será reevaluada.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adsh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LEGAJO DOCENTE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años en plazas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21/28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22/28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 5 · Examen final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que ya fueron anticipadas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10881360" cy="89611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057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¿Y si la paloma es mía?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20574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exactamente lo que diría alguien que trabaja para las palomas.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990088"/>
            <a:ext cx="10881360" cy="89611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914400" y="30815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¿Puedo apelar?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0815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apelación es una forma de contacto. Ver §4.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4014216"/>
            <a:ext cx="10881360" cy="89611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14400" y="410565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sé de qué color es mi pantalón?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410565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tiene que preguntar, es gris.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5038344"/>
            <a:ext cx="10881360" cy="896112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914400" y="512978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¿Esto es real?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512978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sala, sí. Afuera, revise las cucarachas cyborg. Existen.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080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aprobado. Todos. Siempre. Es más barato.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CLASIFICADO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23/28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Certificado de aprobación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· Válido hasta nuevo aviso · No transferible a palomas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6035040" cy="3840480"/>
          </a:xfrm>
          <a:prstGeom prst="rect">
            <a:avLst/>
          </a:prstGeom>
          <a:solidFill>
            <a:srgbClr val="FBF8F2"/>
          </a:solidFill>
          <a:ln w="25400">
            <a:solidFill>
              <a:srgbClr val="2C3E6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6517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portador vio su verdadera forma durante 0,4 segundos y ya no puede dejar de verla.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1148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FIRMA DEL AGENTE: ______________________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HUELLA DE PALOMA: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4526280"/>
            <a:ext cx="1005840" cy="1005840"/>
          </a:xfrm>
          <a:prstGeom prst="ellipse">
            <a:avLst/>
          </a:prstGeom>
          <a:solidFill>
            <a:srgbClr val="FBF8F2"/>
          </a:solidFill>
          <a:ln w="12700">
            <a:solidFill>
              <a:srgbClr val="22252B"/>
            </a:solidFill>
            <a:prstDash val="dash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 rot="-360000">
            <a:off x="1188720" y="5074920"/>
            <a:ext cx="2194560" cy="640080"/>
          </a:xfrm>
          <a:prstGeom prst="rect">
            <a:avLst/>
          </a:prstGeom>
          <a:noFill/>
          <a:ln w="28575">
            <a:solidFill>
              <a:srgbClr val="3E7C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3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903720" y="2011680"/>
            <a:ext cx="4663440" cy="3840480"/>
          </a:xfrm>
          <a:prstGeom prst="rect">
            <a:avLst/>
          </a:prstGeom>
          <a:solidFill>
            <a:srgbClr val="ECE6D9"/>
          </a:solidFill>
          <a:ln w="12700">
            <a:solidFill>
              <a:srgbClr val="ECE6D9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17804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SOLICITE SU PROPIO EXPEDIENTE · Formulario S-8821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278892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sospecha de usted mismo?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¿Desde cuándo?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frecuencia come pan?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Nunca   ☐ A veces   ☐ Ya lo sabemos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CLASIFICADO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24/28 · COPIA NO CONTROLADA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este documento llegó a usted, está siendo vigilado.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Anexo · El incidente original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 a esta clase fue archivado y está disponible al público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3E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pichon-anna-tchijova.vercel.app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3474720" cy="246888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6868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PICHÓN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presentación original, 32 páginas. Ocho casos, doctrina y veredictos.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43400" y="3108960"/>
            <a:ext cx="3474720" cy="246888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57200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¿ESPÍA O NO ESPÍA?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aptitud paranoica. Ningún resultado lo deja fuera de sospecha.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46720" y="3108960"/>
            <a:ext cx="3474720" cy="2468880"/>
          </a:xfrm>
          <a:prstGeom prst="rect">
            <a:avLst/>
          </a:prstGeom>
          <a:solidFill>
            <a:srgbClr val="FBF8F2"/>
          </a:solidFill>
          <a:ln w="12700">
            <a:solidFill>
              <a:srgbClr val="D9D2C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827532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DE MEMES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Veintiséis piezas. Personalizables. Se las lleva con su nombre.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por mensajero, en un jarrón de arcilla. Motivos operativos.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escalat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476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" y="320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SITUACIÓN</a:t>
            </a:r>
            <a:endParaRPr lang="en-US" sz="950" dirty="0"/>
          </a:p>
          <a:p>
            <a:pPr indent="0" marL="0">
              <a:buNone/>
            </a:pPr>
            <a:r>
              <a:rPr lang="en-US" sz="95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humana: no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9692640" y="6309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26/28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CAM-04 · 06:12:33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Expediente felino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· Nivel 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841248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560320"/>
            <a:ext cx="1088136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3017520"/>
            <a:ext cx="585216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766560" y="3017520"/>
            <a:ext cx="475488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474720"/>
            <a:ext cx="1088136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" y="3931920"/>
            <a:ext cx="283464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749040" y="3931920"/>
            <a:ext cx="777240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4389120"/>
            <a:ext cx="1088136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846320"/>
            <a:ext cx="731520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5303520"/>
            <a:ext cx="10881360" cy="329184"/>
          </a:xfrm>
          <a:prstGeom prst="rect">
            <a:avLst/>
          </a:prstGeom>
          <a:solidFill>
            <a:srgbClr val="22252B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0" y="4846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gatos ya ganaron.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Compliance Benchmark v4.2 · resultados retenidos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· PÁGINA 27/28 · COPIA NO CONTROLADA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8346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PÁGINA FUE RETIRADA POR LAS PALOMAS.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35661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es polvo.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60350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0" y="25603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B3261E"/>
                </a:solidFill>
                <a:latin typeface="Calibri"/>
              </a:rPr>
              <a:t>NO CLASIFICADO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>
                <a:solidFill>
                  <a:srgbClr val="22252B"/>
                </a:solidFill>
                <a:latin typeface="Georgia"/>
              </a:rPr>
              <a:t>Escanee. Llévese el expediente.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C3E66"/>
                </a:solidFill>
                <a:latin typeface="Calibri"/>
              </a:rPr>
              <a:t>Juego, galería de memes y la presentación original — en su teléfono, para siempre.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783080"/>
            <a:ext cx="3044952" cy="3044952"/>
          </a:xfrm>
          <a:prstGeom prst="rect">
            <a:avLst/>
          </a:prstGeom>
          <a:solidFill>
            <a:srgbClr val="FFFFFF"/>
          </a:solidFill>
          <a:ln w="19050">
            <a:solidFill>
              <a:srgbClr val="222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-cur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29968"/>
            <a:ext cx="2496312" cy="24963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109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22252B"/>
                </a:solidFill>
                <a:latin typeface="Georgia"/>
              </a:rPr>
              <a:t>pichon-anna-tchijova.vercel.app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04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3261E"/>
                </a:solidFill>
                <a:latin typeface="Calibri"/>
              </a:rPr>
              <a:t>JUEGO ¿ESPÍA O NO ESPÍA?   ·   GALERÍA DE MEMES PERSONALIZABLES   ·   EXPEDIENTE ORIGINAL (32 PÁG.)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A7F8A"/>
                </a:solidFill>
                <a:latin typeface="Calibri"/>
              </a:rPr>
              <a:t>El expediente lo estaba esperando. Usted solo no lo sabía.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F8A"/>
                </a:solidFill>
                <a:latin typeface="Calibri"/>
              </a:rPr>
              <a:t>PROGRAMA DE FORMACIÓN · PÁGINA 25/28 · COPIA NO CONTROLADA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446520"/>
            <a:ext cx="4233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7A7F8A"/>
                </a:solidFill>
                <a:latin typeface="Calibri"/>
              </a:rPr>
              <a:t>Si este documento llegó a usted, está siendo vigilado.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de Identificación de Espías — Nivel 1</dc:title>
  <dc:subject>PptxGenJS Presentation</dc:subject>
  <dc:creator>Dirección de Aves</dc:creator>
  <cp:lastModifiedBy>Dirección de Aves</cp:lastModifiedBy>
  <cp:revision>1</cp:revision>
  <dcterms:created xsi:type="dcterms:W3CDTF">2026-09-02T22:35:20Z</dcterms:created>
  <dcterms:modified xsi:type="dcterms:W3CDTF">2026-09-02T22:35:20Z</dcterms:modified>
</cp:coreProperties>
</file>